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3" r:id="rId2"/>
    <p:sldId id="1246" r:id="rId3"/>
    <p:sldId id="1247" r:id="rId4"/>
    <p:sldId id="1248" r:id="rId5"/>
    <p:sldId id="124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2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56BB2-5854-4EF6-8940-5A2A4F52938B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BCAA7-40BA-4339-90CB-BB2341CB5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56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A2537-3EE0-4E98-9EF3-DEFAB0CB953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5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5C7D9-CEFE-5665-680A-5A43CFE18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5F2C7-713F-336B-D9FE-7512329A6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69444-65A0-23BF-093B-FE0740956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D673D-C90F-40AC-51E1-C1A14CEA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477C9-8C52-20D0-8F0D-A68C2279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76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EFAA-2FF3-181A-1411-29F8D89BA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46D7A-4247-410C-FA6A-4C973CCC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A0A73-E7CB-9782-C1ED-C14435FC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75A5C-3500-B79C-4095-D2D0E85D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E7C91-8CD4-8477-92F4-C24E97230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9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5416C-09BF-4119-FFF3-C0E190376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0E070-A6B9-CAC3-B7E5-26124128F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2C664-FA73-8E11-FA9B-26B8DA2FD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26283-8589-DB4C-F96F-9E5B88F8C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C08C4-D66A-2019-26E7-2F9FE438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363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B445B-F01A-5A9E-73D1-79231D226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DA34E-B637-FB51-6A7D-F56B8F8A8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D30BA-0AFC-A645-42D5-B94A67DD4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217CF-8F1E-367A-AC6D-85D579515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0CA6-F6D1-A67D-495B-A6046150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BB379-A856-E51E-6CFC-37C9EF4B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198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0F94-999B-497A-6594-D66E35F64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263A1-CB1D-7205-E6C3-FFAD599B7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93064-F920-7D1D-4E82-5821514B1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3F7B1-5023-0CD2-E8BB-23BF08F58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4A4AAA-0C85-10B0-2CAB-5C3846441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3B17F7-885F-8469-52D4-736ED8E6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9071C8-F685-4C8E-B7C3-1643A777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B5157B-F7EE-53DF-4F1A-2C609708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620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6CD2-A472-F859-1FAF-A2A346B6F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BC23A-FA2C-7B4A-7855-120DD8B3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A15C3-8C2B-70BE-CA08-90CB093D8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3F685C-EA4D-6176-798F-9C327381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32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7992F-C24B-6D09-2C33-2232F4A3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16CDC-63BA-D2CA-C68B-2BF227F7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4836C-34B9-5B7D-CE13-29B06EE7A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61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9266-9022-E3B5-6F0D-AEEB87ADE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4DAC6-1E9E-1830-89BD-01D222B11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140A7-62D4-BFF9-E661-BE3C9C12F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7DE35-1F4D-E3C6-228B-C5847FC1F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EBE7E-F677-2597-CA01-8B84C886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DA658-3AA5-2B15-A461-B74D9DF7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22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1D91-0303-3958-B8E2-036190AF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7C4D2-EA2F-161A-7457-BC75227135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0B3F9-58DB-86C0-418E-2303695C3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729D6-482A-17D9-53F8-600B54D6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669DD-F977-2243-EAE5-7194A1FE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978A0-B062-BDB2-C86E-1777114B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0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C176F-B804-32A8-760D-153528647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0BF67-656B-60A3-0A9E-34C92FD15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3E626-03F1-7D98-C135-80B22DC2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80F71-7F1F-98A0-109E-A29796816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3902F-0A94-C9D3-1E32-5580BEFB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542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928175-8315-28A4-FC4E-C3878F288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6AE615-6004-3335-0223-3BB334524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217B-55A0-28DC-3737-22B5DA21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2433E-EF77-3A88-44ED-F0F6B263D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2CFB7-B056-00AF-786E-93F5C0056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265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1971-E320-456C-8B67-8B88B9AF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665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defRPr sz="3600" b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3718D-73D9-4361-9254-1A8D6C5B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586E3-F188-4180-8D43-CF184C61D618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D377D-5F9A-42F4-9A90-25B0CAD0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DE87-D0BB-4AB2-935A-2164B63B0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0004" y="6356350"/>
            <a:ext cx="1023796" cy="365125"/>
          </a:xfrm>
        </p:spPr>
        <p:txBody>
          <a:bodyPr/>
          <a:lstStyle/>
          <a:p>
            <a:fld id="{0D66F9FF-6AF2-484B-8F9F-115FCAB9FADE}" type="slidenum">
              <a:rPr lang="en-US" smtClean="0"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851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65A3BA-F2DC-95C3-B8BC-CE4976EA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BB196-1238-6443-D711-8AEBEF90E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9E985-C95A-7FF3-A22C-34B2C86F0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8110A-26DF-4D96-A383-60722E618D49}" type="datetimeFigureOut">
              <a:rPr lang="en-IN" smtClean="0"/>
              <a:t>09-11-2025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4A3BF-390A-CB1A-EACB-1F94C710E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225A6-A711-70C7-5D19-8307F73C4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B544A-5994-443C-B83A-FBBDD0CCC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78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BE5605-402C-08B5-F5C7-D8CF8F046BF7}"/>
              </a:ext>
            </a:extLst>
          </p:cNvPr>
          <p:cNvSpPr txBox="1"/>
          <p:nvPr/>
        </p:nvSpPr>
        <p:spPr>
          <a:xfrm>
            <a:off x="258792" y="1431986"/>
            <a:ext cx="85487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WEBSITE UPGRADE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D9C58-C408-805B-7655-755290E82C57}"/>
              </a:ext>
            </a:extLst>
          </p:cNvPr>
          <p:cNvSpPr txBox="1"/>
          <p:nvPr/>
        </p:nvSpPr>
        <p:spPr>
          <a:xfrm>
            <a:off x="569343" y="3986531"/>
            <a:ext cx="432682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>
                <a:solidFill>
                  <a:schemeClr val="bg1"/>
                </a:solidFill>
                <a:latin typeface="Bradley Hand ITC" panose="03070402050302030203" pitchFamily="66" charset="0"/>
              </a:rPr>
              <a:t>BLITZ INDIA ENGINEERING</a:t>
            </a:r>
          </a:p>
        </p:txBody>
      </p:sp>
    </p:spTree>
    <p:extLst>
      <p:ext uri="{BB962C8B-B14F-4D97-AF65-F5344CB8AC3E}">
        <p14:creationId xmlns:p14="http://schemas.microsoft.com/office/powerpoint/2010/main" val="539222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C511-26C1-4A59-99F4-B803797B2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66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DEVELOPEMENT</a:t>
            </a:r>
          </a:p>
        </p:txBody>
      </p:sp>
      <p:sp>
        <p:nvSpPr>
          <p:cNvPr id="3" name="Freeform 59">
            <a:extLst>
              <a:ext uri="{FF2B5EF4-FFF2-40B4-BE49-F238E27FC236}">
                <a16:creationId xmlns:a16="http://schemas.microsoft.com/office/drawing/2014/main" id="{35A9AC17-9576-4DE2-9FA1-F0F7EA29F185}"/>
              </a:ext>
            </a:extLst>
          </p:cNvPr>
          <p:cNvSpPr>
            <a:spLocks/>
          </p:cNvSpPr>
          <p:nvPr/>
        </p:nvSpPr>
        <p:spPr bwMode="auto">
          <a:xfrm>
            <a:off x="3112" y="2112441"/>
            <a:ext cx="9794527" cy="3583614"/>
          </a:xfrm>
          <a:custGeom>
            <a:avLst/>
            <a:gdLst>
              <a:gd name="T0" fmla="*/ 0 w 2828"/>
              <a:gd name="T1" fmla="*/ 856 h 1032"/>
              <a:gd name="T2" fmla="*/ 660 w 2828"/>
              <a:gd name="T3" fmla="*/ 540 h 1032"/>
              <a:gd name="T4" fmla="*/ 1232 w 2828"/>
              <a:gd name="T5" fmla="*/ 720 h 1032"/>
              <a:gd name="T6" fmla="*/ 1772 w 2828"/>
              <a:gd name="T7" fmla="*/ 320 h 1032"/>
              <a:gd name="T8" fmla="*/ 2315 w 2828"/>
              <a:gd name="T9" fmla="*/ 479 h 1032"/>
              <a:gd name="T10" fmla="*/ 2828 w 2828"/>
              <a:gd name="T11" fmla="*/ 0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8" h="1032">
                <a:moveTo>
                  <a:pt x="0" y="856"/>
                </a:moveTo>
                <a:cubicBezTo>
                  <a:pt x="420" y="1032"/>
                  <a:pt x="464" y="536"/>
                  <a:pt x="660" y="540"/>
                </a:cubicBezTo>
                <a:cubicBezTo>
                  <a:pt x="856" y="544"/>
                  <a:pt x="976" y="736"/>
                  <a:pt x="1232" y="720"/>
                </a:cubicBezTo>
                <a:cubicBezTo>
                  <a:pt x="1488" y="704"/>
                  <a:pt x="1508" y="352"/>
                  <a:pt x="1772" y="320"/>
                </a:cubicBezTo>
                <a:cubicBezTo>
                  <a:pt x="2036" y="288"/>
                  <a:pt x="2063" y="491"/>
                  <a:pt x="2315" y="479"/>
                </a:cubicBezTo>
                <a:cubicBezTo>
                  <a:pt x="2567" y="467"/>
                  <a:pt x="2572" y="84"/>
                  <a:pt x="2828" y="0"/>
                </a:cubicBezTo>
              </a:path>
            </a:pathLst>
          </a:custGeom>
          <a:noFill/>
          <a:ln w="15875" cap="flat">
            <a:solidFill>
              <a:schemeClr val="bg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hape 2587">
            <a:extLst>
              <a:ext uri="{FF2B5EF4-FFF2-40B4-BE49-F238E27FC236}">
                <a16:creationId xmlns:a16="http://schemas.microsoft.com/office/drawing/2014/main" id="{BCEF9454-9215-4D9B-A319-D7CFC53BC998}"/>
              </a:ext>
            </a:extLst>
          </p:cNvPr>
          <p:cNvSpPr/>
          <p:nvPr/>
        </p:nvSpPr>
        <p:spPr>
          <a:xfrm>
            <a:off x="9744334" y="592147"/>
            <a:ext cx="1589341" cy="1589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dirty="0">
              <a:latin typeface="Tahoma" panose="020B0604030504040204" pitchFamily="34" charset="0"/>
              <a:ea typeface="Source Sans Pro regular" panose="020B0503030403020204" pitchFamily="34" charset="0"/>
              <a:cs typeface="Tahoma" panose="020B0604030504040204" pitchFamily="34" charset="0"/>
            </a:endParaRPr>
          </a:p>
        </p:txBody>
      </p:sp>
      <p:sp>
        <p:nvSpPr>
          <p:cNvPr id="6" name="Oval 19">
            <a:extLst>
              <a:ext uri="{FF2B5EF4-FFF2-40B4-BE49-F238E27FC236}">
                <a16:creationId xmlns:a16="http://schemas.microsoft.com/office/drawing/2014/main" id="{E162DBB5-6A5E-4DA0-AEA7-180622883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988" y="3506770"/>
            <a:ext cx="995966" cy="993236"/>
          </a:xfrm>
          <a:prstGeom prst="ellipse">
            <a:avLst/>
          </a:prstGeom>
          <a:solidFill>
            <a:schemeClr val="accent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Oval 19">
            <a:extLst>
              <a:ext uri="{FF2B5EF4-FFF2-40B4-BE49-F238E27FC236}">
                <a16:creationId xmlns:a16="http://schemas.microsoft.com/office/drawing/2014/main" id="{5CCC6E61-169C-4A50-817A-D3B62AC51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061" y="4128079"/>
            <a:ext cx="995966" cy="993236"/>
          </a:xfrm>
          <a:prstGeom prst="ellipse">
            <a:avLst/>
          </a:prstGeom>
          <a:solidFill>
            <a:schemeClr val="accent2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782C0F-362F-4BA9-88FB-0D38E5305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783" y="2774716"/>
            <a:ext cx="995966" cy="993236"/>
          </a:xfrm>
          <a:prstGeom prst="ellipse">
            <a:avLst/>
          </a:prstGeom>
          <a:solidFill>
            <a:schemeClr val="accent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Oval 19">
            <a:extLst>
              <a:ext uri="{FF2B5EF4-FFF2-40B4-BE49-F238E27FC236}">
                <a16:creationId xmlns:a16="http://schemas.microsoft.com/office/drawing/2014/main" id="{17767324-B204-4ACB-9F7E-6F0B4ADB7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207" y="3298696"/>
            <a:ext cx="995966" cy="993236"/>
          </a:xfrm>
          <a:prstGeom prst="ellipse">
            <a:avLst/>
          </a:prstGeom>
          <a:solidFill>
            <a:schemeClr val="accent4"/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2CB1DD-9F91-4991-90DD-0E3A156F8355}"/>
              </a:ext>
            </a:extLst>
          </p:cNvPr>
          <p:cNvGrpSpPr/>
          <p:nvPr/>
        </p:nvGrpSpPr>
        <p:grpSpPr>
          <a:xfrm>
            <a:off x="271687" y="2739434"/>
            <a:ext cx="4070538" cy="767335"/>
            <a:chOff x="-2425254" y="2862669"/>
            <a:chExt cx="9373136" cy="76733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A9CB74-5726-4769-B249-5A14D30A6F8C}"/>
                </a:ext>
              </a:extLst>
            </p:cNvPr>
            <p:cNvSpPr txBox="1"/>
            <p:nvPr/>
          </p:nvSpPr>
          <p:spPr>
            <a:xfrm>
              <a:off x="1109736" y="2862669"/>
              <a:ext cx="23031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30" dirty="0">
                  <a:solidFill>
                    <a:schemeClr val="bg1"/>
                  </a:solidFill>
                  <a:latin typeface="+mj-lt"/>
                </a:rPr>
                <a:t>Frontend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29A4C81-0746-44CB-A665-46D323817686}"/>
                </a:ext>
              </a:extLst>
            </p:cNvPr>
            <p:cNvSpPr txBox="1"/>
            <p:nvPr/>
          </p:nvSpPr>
          <p:spPr>
            <a:xfrm>
              <a:off x="-2425254" y="3168339"/>
              <a:ext cx="93731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React (</a:t>
              </a:r>
              <a:r>
                <a:rPr lang="en-US" sz="1200" dirty="0" err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Vite</a:t>
              </a:r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) with Tailwind CSS and </a:t>
              </a:r>
              <a:r>
                <a:rPr lang="en-US" sz="1200" dirty="0" err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shadcn</a:t>
              </a:r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/</a:t>
              </a:r>
              <a:r>
                <a:rPr lang="en-US" sz="1200" dirty="0" err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ui</a:t>
              </a:r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for sleek UI,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and Framer Motion for smooth animations and transitions.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DA9E572-23E0-4894-B4FB-EC5528B05808}"/>
              </a:ext>
            </a:extLst>
          </p:cNvPr>
          <p:cNvGrpSpPr/>
          <p:nvPr/>
        </p:nvGrpSpPr>
        <p:grpSpPr>
          <a:xfrm>
            <a:off x="2695028" y="5263579"/>
            <a:ext cx="3098028" cy="1035474"/>
            <a:chOff x="-4083817" y="2862669"/>
            <a:chExt cx="12690265" cy="81335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0D51451-FC13-4A6C-844D-6B53DF60BB9B}"/>
                </a:ext>
              </a:extLst>
            </p:cNvPr>
            <p:cNvSpPr txBox="1"/>
            <p:nvPr/>
          </p:nvSpPr>
          <p:spPr>
            <a:xfrm>
              <a:off x="280792" y="2862669"/>
              <a:ext cx="3961047" cy="265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30" dirty="0">
                  <a:solidFill>
                    <a:schemeClr val="bg1"/>
                  </a:solidFill>
                  <a:latin typeface="+mj-lt"/>
                </a:rPr>
                <a:t>Backend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419DB5-AA49-4685-BF6D-DBC03EE1679C}"/>
                </a:ext>
              </a:extLst>
            </p:cNvPr>
            <p:cNvSpPr txBox="1"/>
            <p:nvPr/>
          </p:nvSpPr>
          <p:spPr>
            <a:xfrm>
              <a:off x="-4083817" y="3168339"/>
              <a:ext cx="12690265" cy="5076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Node.js and Express.js, with CORS,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Helmet, and Rate Limiter for security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 and MongoDB (Mongoose) as the database.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926D41-9B1E-4139-8A8F-486328EE27A9}"/>
              </a:ext>
            </a:extLst>
          </p:cNvPr>
          <p:cNvGrpSpPr/>
          <p:nvPr/>
        </p:nvGrpSpPr>
        <p:grpSpPr>
          <a:xfrm>
            <a:off x="4610800" y="1538933"/>
            <a:ext cx="3165533" cy="981766"/>
            <a:chOff x="1168598" y="2862669"/>
            <a:chExt cx="2358907" cy="98176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E1997DB-5688-4B94-B861-095D63FC6F0A}"/>
                </a:ext>
              </a:extLst>
            </p:cNvPr>
            <p:cNvSpPr txBox="1"/>
            <p:nvPr/>
          </p:nvSpPr>
          <p:spPr>
            <a:xfrm>
              <a:off x="1826864" y="2862669"/>
              <a:ext cx="8689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30" dirty="0">
                  <a:solidFill>
                    <a:schemeClr val="bg1"/>
                  </a:solidFill>
                  <a:latin typeface="+mj-lt"/>
                </a:rPr>
                <a:t>Integration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250146D-904F-46BB-9EF6-2857BEAAB3A2}"/>
                </a:ext>
              </a:extLst>
            </p:cNvPr>
            <p:cNvSpPr txBox="1"/>
            <p:nvPr/>
          </p:nvSpPr>
          <p:spPr>
            <a:xfrm>
              <a:off x="1168598" y="3198104"/>
              <a:ext cx="235890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Frontend communicates with backend APIs through Express routes, handling data exchange securely via RESTful endpoints.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621D7E-77D0-419C-BFEE-E84A61C30A23}"/>
              </a:ext>
            </a:extLst>
          </p:cNvPr>
          <p:cNvGrpSpPr/>
          <p:nvPr/>
        </p:nvGrpSpPr>
        <p:grpSpPr>
          <a:xfrm>
            <a:off x="7099321" y="4424154"/>
            <a:ext cx="2760279" cy="1220726"/>
            <a:chOff x="1320446" y="2907295"/>
            <a:chExt cx="2760279" cy="122072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9EB9C10-8389-40B3-9CA6-414862A77B6D}"/>
                </a:ext>
              </a:extLst>
            </p:cNvPr>
            <p:cNvSpPr txBox="1"/>
            <p:nvPr/>
          </p:nvSpPr>
          <p:spPr>
            <a:xfrm>
              <a:off x="1538874" y="2907295"/>
              <a:ext cx="22253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spc="30" dirty="0">
                  <a:solidFill>
                    <a:schemeClr val="bg1"/>
                  </a:solidFill>
                  <a:latin typeface="+mj-lt"/>
                </a:rPr>
                <a:t>Testing &amp; Optimization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BE35E76-D57E-4C7C-8994-3E1F1D0C33F0}"/>
                </a:ext>
              </a:extLst>
            </p:cNvPr>
            <p:cNvSpPr txBox="1"/>
            <p:nvPr/>
          </p:nvSpPr>
          <p:spPr>
            <a:xfrm>
              <a:off x="1320446" y="3297024"/>
              <a:ext cx="27602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unit testing, integration testing, UI/UX polishing, SEO optimization, and security audits before final deployment.</a:t>
              </a:r>
            </a:p>
          </p:txBody>
        </p:sp>
      </p:grpSp>
      <p:pic>
        <p:nvPicPr>
          <p:cNvPr id="18" name="Graphic 17" descr="Atom with solid fill">
            <a:extLst>
              <a:ext uri="{FF2B5EF4-FFF2-40B4-BE49-F238E27FC236}">
                <a16:creationId xmlns:a16="http://schemas.microsoft.com/office/drawing/2014/main" id="{4455491E-FBD0-7CBD-AC73-7EC508A223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99129" y="3677482"/>
            <a:ext cx="615653" cy="615653"/>
          </a:xfrm>
          <a:prstGeom prst="rect">
            <a:avLst/>
          </a:prstGeom>
        </p:spPr>
      </p:pic>
      <p:pic>
        <p:nvPicPr>
          <p:cNvPr id="20" name="Graphic 19" descr="Network with solid fill">
            <a:extLst>
              <a:ext uri="{FF2B5EF4-FFF2-40B4-BE49-F238E27FC236}">
                <a16:creationId xmlns:a16="http://schemas.microsoft.com/office/drawing/2014/main" id="{EDB6450B-1888-BCAC-E7D7-8E1F4E682D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2512" y="4314812"/>
            <a:ext cx="683064" cy="683064"/>
          </a:xfrm>
          <a:prstGeom prst="rect">
            <a:avLst/>
          </a:prstGeom>
        </p:spPr>
      </p:pic>
      <p:pic>
        <p:nvPicPr>
          <p:cNvPr id="34" name="Graphic 33" descr="Arrow circle with solid fill">
            <a:extLst>
              <a:ext uri="{FF2B5EF4-FFF2-40B4-BE49-F238E27FC236}">
                <a16:creationId xmlns:a16="http://schemas.microsoft.com/office/drawing/2014/main" id="{E1AB0A9E-5A67-F6FF-C57E-7A7D7F19DD3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36293" y="2920526"/>
            <a:ext cx="701615" cy="701615"/>
          </a:xfrm>
          <a:prstGeom prst="rect">
            <a:avLst/>
          </a:prstGeom>
        </p:spPr>
      </p:pic>
      <p:pic>
        <p:nvPicPr>
          <p:cNvPr id="36" name="Graphic 35" descr="Checklist with solid fill">
            <a:extLst>
              <a:ext uri="{FF2B5EF4-FFF2-40B4-BE49-F238E27FC236}">
                <a16:creationId xmlns:a16="http://schemas.microsoft.com/office/drawing/2014/main" id="{2E1ED488-0B9B-C410-FE72-443302D3EC8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17000" y="3510979"/>
            <a:ext cx="537694" cy="5376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639195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3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FD4B-7879-78FA-FCE8-62EB57E63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FRONTEND ( UI </a:t>
            </a:r>
            <a:r>
              <a:rPr lang="en-IN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Devlopment</a:t>
            </a:r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DD9B88E-0804-9948-2C9B-670B064B4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7278" y="1767370"/>
            <a:ext cx="7950831" cy="3780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Vite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modern, high-performance frontend framework.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Tailwind CSS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utility-first CSS framework for responsive design.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shadcn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Material 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Chakra 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reusable, elegant component libraries.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Framer Motion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animations and page transitions.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GSAP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for vector and scroll-based animations.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 Router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client-side routing and navigation.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React Helmet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SEO and metadata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Axios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– API data fetching and caching.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Heroicons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clean, scalable icon sets.</a:t>
            </a:r>
          </a:p>
        </p:txBody>
      </p:sp>
    </p:spTree>
    <p:extLst>
      <p:ext uri="{BB962C8B-B14F-4D97-AF65-F5344CB8AC3E}">
        <p14:creationId xmlns:p14="http://schemas.microsoft.com/office/powerpoint/2010/main" val="2977869677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3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FD4B-7879-78FA-FCE8-62EB57E63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BACKEND (Server Development)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3D1A786-46F1-B5F9-4089-21636BFFA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784" y="1465921"/>
            <a:ext cx="7985519" cy="4611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Node.js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runtime environment for executing JavaScript on the server.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Express.js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lightweight framework for building RESTful APIs.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MongoDB + Mongoose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NoSQL database and ODM for data modeling.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enables secure cross-origin requests between frontend and backend.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Helmet.js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sets HTTP headers for enhanced security.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Express Rate Limit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protects from brute-force and spam attacks.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dotenv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manages environment variables securely.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Nodemailer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– handles email sending (contact form).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Morgan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– HTTP request and error logging.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Express-Validator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input validation and sanitization (contact)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20093"/>
      </p:ext>
    </p:extLst>
  </p:cSld>
  <p:clrMapOvr>
    <a:masterClrMapping/>
  </p:clrMapOvr>
  <p:transition spd="slow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3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4A8F-8EEC-8A0D-B69E-29309902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PAGES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3C9393-EB6A-1707-412D-3A634453D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9265" y="1855853"/>
            <a:ext cx="7993470" cy="3364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 — Home (hero, value prop, CTA)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/services — Services overview + service detail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/portfolio — Gallery of work, case-study pages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/team — Team bios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/about — Company story / values / capabilities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/contact — Contact info + contact form (stores lead in DB and emails owner)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/blogs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blogs of org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/admin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— if needed *</a:t>
            </a:r>
          </a:p>
        </p:txBody>
      </p:sp>
    </p:spTree>
    <p:extLst>
      <p:ext uri="{BB962C8B-B14F-4D97-AF65-F5344CB8AC3E}">
        <p14:creationId xmlns:p14="http://schemas.microsoft.com/office/powerpoint/2010/main" val="1086467346"/>
      </p:ext>
    </p:extLst>
  </p:cSld>
  <p:clrMapOvr>
    <a:masterClrMapping/>
  </p:clrMapOvr>
  <p:transition spd="slow">
    <p:wipe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3038569-6F88-4609-A389-64BB835E580D}">
  <we:reference id="wa200003052" version="7.0.0.0" store="en-US" storeType="OMEX"/>
  <we:alternateReferences>
    <we:reference id="WA200003052" version="7.0.0.0" store="WA200003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374</Words>
  <Application>Microsoft Office PowerPoint</Application>
  <PresentationFormat>Widescreen</PresentationFormat>
  <Paragraphs>45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Aptos</vt:lpstr>
      <vt:lpstr>Aptos Display</vt:lpstr>
      <vt:lpstr>Arial</vt:lpstr>
      <vt:lpstr>Bradley Hand ITC</vt:lpstr>
      <vt:lpstr>Cambria</vt:lpstr>
      <vt:lpstr>Segoe UI Black</vt:lpstr>
      <vt:lpstr>Tahoma</vt:lpstr>
      <vt:lpstr>Wingdings</vt:lpstr>
      <vt:lpstr>Office Theme</vt:lpstr>
      <vt:lpstr>PowerPoint Presentation</vt:lpstr>
      <vt:lpstr>DEVELOPEMENT</vt:lpstr>
      <vt:lpstr>FRONTEND ( UI Devlopment)</vt:lpstr>
      <vt:lpstr>BACKEND (Server Development)</vt:lpstr>
      <vt:lpstr>PAGES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Jalla Sudarshan Reddy</dc:creator>
  <cp:lastModifiedBy>Jalla Sudarshan Reddy</cp:lastModifiedBy>
  <cp:revision>2</cp:revision>
  <dcterms:created xsi:type="dcterms:W3CDTF">2025-11-09T12:45:26Z</dcterms:created>
  <dcterms:modified xsi:type="dcterms:W3CDTF">2025-11-09T15:16:06Z</dcterms:modified>
</cp:coreProperties>
</file>